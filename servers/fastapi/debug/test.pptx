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4000" y="0"/>
            <a:ext cx="1270000" cy="1270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