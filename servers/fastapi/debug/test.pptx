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4000" y="0"/>
            <a:ext cx="1270000" cy="1270000"/>
          </a:xfrm>
          <a:prstGeom prst="rect">
            <a:avLst/>
          </a:prstGeom>
          <a:solidFill>
            <a:srgbClr val="000000">
              <a:alpha val="50000"/>
            </a:srgbClr>
          </a:solidFill>
          <a:ln>
            <a:noFill/>
          </a:ln>
          <a:effectLst>
            <a:outerShdw blurRad="0" dist="0" dir="0">
              <a:srgbClr val="000000">
                <a:alpha val="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spAutoFit/>
          </a:bodyPr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