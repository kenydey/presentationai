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120.0</c:v>
                </c:pt>
                <c:pt idx="2">
                  <c:v>140.0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47574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3400" b="0">
                <a:solidFill>
                  <a:srgbClr val="222222"/>
                </a:solidFill>
                <a:latin typeface="Inter"/>
              </a:rPr>
              <a:t>季度数据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0"/>
          <a:ext cx="14732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66"/>
                <a:gridCol w="4910666"/>
                <a:gridCol w="4910668"/>
              </a:tblGrid>
              <a:tr h="5080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47574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3400" b="0">
                <a:solidFill>
                  <a:srgbClr val="222222"/>
                </a:solidFill>
                <a:latin typeface="Inter"/>
              </a:rPr>
              <a:t>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0" y="0"/>
          <a:ext cx="14732000" cy="355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